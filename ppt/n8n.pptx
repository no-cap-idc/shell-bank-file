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25" r:id="rId2"/>
    <p:sldId id="339" r:id="rId3"/>
  </p:sldIdLst>
  <p:sldSz cx="24384000" cy="13716000"/>
  <p:notesSz cx="6858000" cy="9144000"/>
  <p:embeddedFontLst>
    <p:embeddedFont>
      <p:font typeface="Pretendard ExtraBold" panose="020B0600000101010101" charset="-127"/>
      <p:bold r:id="rId5"/>
    </p:embeddedFont>
    <p:embeddedFont>
      <p:font typeface="Pretendard Medium" panose="020B0600000101010101" charset="-127"/>
      <p:regular r:id="rId6"/>
      <p:bold r:id="rId7"/>
    </p:embeddedFont>
    <p:embeddedFont>
      <p:font typeface="Pretendard SemiBold" panose="020B0600000101010101" charset="-127"/>
      <p:regular r:id="rId8"/>
      <p:bold r:id="rId9"/>
    </p:embeddedFont>
    <p:embeddedFont>
      <p:font typeface="Geologica Roman Light" panose="020B0600000101010101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94B"/>
    <a:srgbClr val="FFFFFF"/>
    <a:srgbClr val="F2F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7" autoAdjust="0"/>
    <p:restoredTop sz="89873" autoAdjust="0"/>
  </p:normalViewPr>
  <p:slideViewPr>
    <p:cSldViewPr>
      <p:cViewPr varScale="1">
        <p:scale>
          <a:sx n="27" d="100"/>
          <a:sy n="27" d="100"/>
        </p:scale>
        <p:origin x="14" y="4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F1D0C-3122-4F49-8AF5-F094032BD3F4}" type="datetimeFigureOut">
              <a:rPr lang="en-KR" smtClean="0"/>
              <a:t>05/07/2026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B9637-8F04-9D42-A4CF-40DB31B22C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6382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370300" y="-5724525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 n8n서버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정보확인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CVE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보안로직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</a:t>
            </a:r>
            <a:endParaRPr lang="en-US" sz="33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601950" y="5565775"/>
            <a:ext cx="6343649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n8n에서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구동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자동화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워크플로우를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조사하여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ko-KR" altLang="en-US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</a:t>
            </a:r>
            <a:r>
              <a:rPr lang="ko-KR" altLang="en-US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노드의 워크플로우를 비활성화하여 보안 관련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20109C86-765B-563D-E62C-96972FB3CC5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CD492E2-920A-1B39-678D-650A44FA5C0F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721BAEB8-EC39-0F17-9598-7D7FDEFEA6B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800967C3-C3BF-5FEC-81A8-90675CE9B7D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A4D6CA63-F851-36BF-F079-FD24E797D617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C7ECD9CC-A1C9-9CD0-F809-CB90C0B895C3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DAEB664A-6987-E134-3998-B5313D495AB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EE229AD-806D-DC4F-6602-010F873C4E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2" t="3366" r="3568" b="3097"/>
          <a:stretch/>
        </p:blipFill>
        <p:spPr>
          <a:xfrm>
            <a:off x="2667000" y="3959225"/>
            <a:ext cx="11029950" cy="8734287"/>
          </a:xfrm>
          <a:prstGeom prst="rect">
            <a:avLst/>
          </a:prstGeom>
          <a:ln>
            <a:noFill/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580B5A-8F33-C4B8-E83E-EFF51B489C01}"/>
              </a:ext>
            </a:extLst>
          </p:cNvPr>
          <p:cNvSpPr/>
          <p:nvPr/>
        </p:nvSpPr>
        <p:spPr>
          <a:xfrm>
            <a:off x="4572001" y="5880100"/>
            <a:ext cx="762000" cy="4483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4600" y="68707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3251200" y="5918200"/>
            <a:ext cx="10109200" cy="10109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092200"/>
            <a:ext cx="22860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664200" y="5143500"/>
            <a:ext cx="12979400" cy="2120900"/>
          </a:xfrm>
          <a:prstGeom prst="rect">
            <a:avLst/>
          </a:prstGeom>
        </p:spPr>
        <p:txBody>
          <a:bodyPr lIns="0" tIns="75887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1950" b="0" i="0" u="none" strike="noStrike" spc="-300">
                <a:solidFill>
                  <a:srgbClr val="1A7AE1"/>
                </a:solidFill>
                <a:latin typeface="Pretendard ExtraBold"/>
                <a:ea typeface="Pretendard ExtraBold"/>
                <a:cs typeface="Pretendard ExtraBold"/>
              </a:rPr>
              <a:t>감사합니다.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2300" y="7264400"/>
            <a:ext cx="12979400" cy="2120900"/>
          </a:xfrm>
          <a:prstGeom prst="rect">
            <a:avLst/>
          </a:prstGeom>
        </p:spPr>
        <p:txBody>
          <a:bodyPr lIns="0" tIns="75887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1950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Q&amp;A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87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1EA07-8173-FB19-5F6C-F393C1F1BF1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2B881D25-F366-77C0-BDE4-F6A213811BEA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75</Words>
  <Application>Microsoft Office PowerPoint</Application>
  <PresentationFormat>사용자 지정</PresentationFormat>
  <Paragraphs>15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Pretendard SemiBold</vt:lpstr>
      <vt:lpstr>Calibri</vt:lpstr>
      <vt:lpstr>Pretendard ExtraBold</vt:lpstr>
      <vt:lpstr>Aptos</vt:lpstr>
      <vt:lpstr>Pretendard Medium</vt:lpstr>
      <vt:lpstr>Geologica Roman Light</vt:lpstr>
      <vt:lpstr>Arial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표민우</cp:lastModifiedBy>
  <cp:revision>144</cp:revision>
  <dcterms:created xsi:type="dcterms:W3CDTF">2006-08-16T00:00:00Z</dcterms:created>
  <dcterms:modified xsi:type="dcterms:W3CDTF">2026-05-07T04:19:04Z</dcterms:modified>
</cp:coreProperties>
</file>